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蒼天 雲外" userId="c1cba1bb24517b52" providerId="LiveId" clId="{A717258D-90C9-46A2-A3E0-AD67C4687CC5}"/>
    <pc:docChg chg="undo custSel modSld">
      <pc:chgData name="蒼天 雲外" userId="c1cba1bb24517b52" providerId="LiveId" clId="{A717258D-90C9-46A2-A3E0-AD67C4687CC5}" dt="2024-09-10T12:58:07.038" v="988" actId="2711"/>
      <pc:docMkLst>
        <pc:docMk/>
      </pc:docMkLst>
      <pc:sldChg chg="addSp delSp modSp mod">
        <pc:chgData name="蒼天 雲外" userId="c1cba1bb24517b52" providerId="LiveId" clId="{A717258D-90C9-46A2-A3E0-AD67C4687CC5}" dt="2024-09-10T12:58:07.038" v="988" actId="2711"/>
        <pc:sldMkLst>
          <pc:docMk/>
          <pc:sldMk cId="952839546" sldId="256"/>
        </pc:sldMkLst>
        <pc:spChg chg="add mod">
          <ac:chgData name="蒼天 雲外" userId="c1cba1bb24517b52" providerId="LiveId" clId="{A717258D-90C9-46A2-A3E0-AD67C4687CC5}" dt="2024-09-10T12:50:11.789" v="535" actId="403"/>
          <ac:spMkLst>
            <pc:docMk/>
            <pc:sldMk cId="952839546" sldId="256"/>
            <ac:spMk id="4" creationId="{95563B24-66B0-6AE7-81C7-C7B81287412D}"/>
          </ac:spMkLst>
        </pc:spChg>
        <pc:spChg chg="add del mod">
          <ac:chgData name="蒼天 雲外" userId="c1cba1bb24517b52" providerId="LiveId" clId="{A717258D-90C9-46A2-A3E0-AD67C4687CC5}" dt="2024-09-10T12:39:50.223" v="20" actId="478"/>
          <ac:spMkLst>
            <pc:docMk/>
            <pc:sldMk cId="952839546" sldId="256"/>
            <ac:spMk id="5" creationId="{69DA7E84-F729-0B98-53A4-6B8BD3FAE875}"/>
          </ac:spMkLst>
        </pc:spChg>
        <pc:spChg chg="add mod">
          <ac:chgData name="蒼天 雲外" userId="c1cba1bb24517b52" providerId="LiveId" clId="{A717258D-90C9-46A2-A3E0-AD67C4687CC5}" dt="2024-09-10T12:57:37.176" v="987" actId="113"/>
          <ac:spMkLst>
            <pc:docMk/>
            <pc:sldMk cId="952839546" sldId="256"/>
            <ac:spMk id="8" creationId="{B8EA3E57-0E93-1754-6308-660E6330D014}"/>
          </ac:spMkLst>
        </pc:spChg>
        <pc:graphicFrameChg chg="add del">
          <ac:chgData name="蒼天 雲外" userId="c1cba1bb24517b52" providerId="LiveId" clId="{A717258D-90C9-46A2-A3E0-AD67C4687CC5}" dt="2024-09-10T12:42:02.124" v="26" actId="3680"/>
          <ac:graphicFrameMkLst>
            <pc:docMk/>
            <pc:sldMk cId="952839546" sldId="256"/>
            <ac:graphicFrameMk id="6" creationId="{6049BE2C-4E24-E816-B22A-DFC3D917809A}"/>
          </ac:graphicFrameMkLst>
        </pc:graphicFrameChg>
        <pc:graphicFrameChg chg="add mod modGraphic">
          <ac:chgData name="蒼天 雲外" userId="c1cba1bb24517b52" providerId="LiveId" clId="{A717258D-90C9-46A2-A3E0-AD67C4687CC5}" dt="2024-09-10T12:58:07.038" v="988" actId="2711"/>
          <ac:graphicFrameMkLst>
            <pc:docMk/>
            <pc:sldMk cId="952839546" sldId="256"/>
            <ac:graphicFrameMk id="7" creationId="{1441F8AE-98FB-4C09-52AC-7B44F7EE7070}"/>
          </ac:graphicFrameMkLst>
        </pc:graphicFrameChg>
        <pc:graphicFrameChg chg="add mod">
          <ac:chgData name="蒼天 雲外" userId="c1cba1bb24517b52" providerId="LiveId" clId="{A717258D-90C9-46A2-A3E0-AD67C4687CC5}" dt="2024-09-10T12:56:40.521" v="982"/>
          <ac:graphicFrameMkLst>
            <pc:docMk/>
            <pc:sldMk cId="952839546" sldId="256"/>
            <ac:graphicFrameMk id="9" creationId="{79D782D9-B03B-10FF-0BD5-2A8AEEA9723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403286-75EA-7A8B-DF64-DFF72CDC0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9BE8DF-9D22-884A-9F1F-05B78D9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23F206-57BD-B053-7C71-17C3F7BE2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11362A-D8AA-E67E-96FD-6D2595AE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BE135-611E-D56D-01B9-04F91C66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181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E3DD9-FEE2-7DBA-B6F4-360E02F9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C7A420-BA6A-6842-423B-CFC760224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7AC8E3-5F50-3451-CDDF-492DEDA07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7FC8A8-D20F-82C5-BBB1-86DB38E5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32D9E5-4754-5C2B-50CA-1260B96B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548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3C5BFD-32EF-53F8-6C8F-7CB3D33A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7D7435-7EAE-A0E7-479D-4E7CBCDB5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690064-97DF-8BBF-7ADC-A0BFA005F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406567-7B4E-FE4F-85A0-44CE9FFA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479CC4-C6A7-2D63-8564-CA076237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381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E04D56-E801-B50B-2D47-E629EE012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0E82B5-9A5F-6118-5BF8-7B7CA00F2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76709D-D5DC-A3CC-837C-8300C5A9B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3F47F6-F31D-0C8F-9317-4D16E591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3644FA-572B-17C7-422E-C94FFDDC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38864F-3DD1-5CD0-C80F-D948773D8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595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3DD4EF-616E-418D-FD5C-DF9EC8B5F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E33AFE-4A55-ED96-6B25-16101278E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13346C-9485-4706-DBF3-9051F0B60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806CDB1-E935-7221-C5CA-12DAF50CE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C88D830-0E65-2A04-9D1F-C71FF4C78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DC9588A-ACDC-B605-D4FB-4E1C62E8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71C9D24-321F-EBAF-6C86-D293EA57B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FC63F43-D394-6F05-4C11-91239838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6436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1DC6C4-0AB5-D052-610F-841D16589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140E3FD-AA77-B3E5-3102-2D73985BA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BCBABF0-02EB-59EF-73ED-204E3895C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C9D4404-8950-177B-AEC4-1CABC623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4169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33C1F14-AFE3-1970-059B-9F638F02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B13D34B-8DF2-76DE-2458-94C9ED0D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70A428-A796-C43E-ACBE-F16DBA80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237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558146-136D-6C7E-AE2C-FDCCFB91E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F55351-59D7-BAE7-301B-C24C0C681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D5BA5F0-8811-81EC-E76C-EACD0E6FF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AF0A78-92FE-CA44-31F3-7966B9F5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D0688A-16B3-A693-8AD5-431F62AE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257970-63B6-D56A-A46E-3F579BC5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880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86630B-C219-A2BD-4D61-11BBD8F1D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73743CC-86D8-688B-A5BE-BA37F602A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5AF64E-7A58-BB3F-2EA1-6B9B5606F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2C9F93-E598-0A84-E5E5-838D7507D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053051-3EA8-1BE8-63BC-9B2195288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463E3F-4137-C895-562C-98FA4349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61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E3E569-0444-2CF3-78DA-F6F8C615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BB9CB1-D9BE-2614-9651-DF8D50DDF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266D8B-7687-ACB5-47AE-B70814F12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EC7B31-72D2-BF5D-640C-58E2BBDE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073E76-12B4-D3D4-9EE1-A534D779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111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7A2AFB8-B319-63F7-0639-638FBA878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5CB430-C605-F0B8-833C-DC12DC73A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A67057-4C04-E7FA-0199-1728E088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A20E55-494F-276F-F46E-E890FC7B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6FDBAD-010D-F570-F47C-EE34A4BA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6369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6CFAFF-9C9A-A668-9E55-02DFCA22B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ACD68E-6CF6-90F8-6EA5-C02C8A7D2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CC761C-193F-576D-4E1D-6E0A7C2FD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EB165-A19E-46F6-A213-D6A90AC57856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371545-5068-80F8-A0D8-8FFF4EFE4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06C89B-ACBE-9E20-2496-C5FA7D01C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1662A-F7F7-4F94-8D07-19282B9C9B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253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563B24-66B0-6AE7-81C7-C7B81287412D}"/>
              </a:ext>
            </a:extLst>
          </p:cNvPr>
          <p:cNvSpPr txBox="1"/>
          <p:nvPr/>
        </p:nvSpPr>
        <p:spPr>
          <a:xfrm>
            <a:off x="376518" y="192742"/>
            <a:ext cx="1757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・期日前投票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1441F8AE-98FB-4C09-52AC-7B44F7EE7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552471"/>
              </p:ext>
            </p:extLst>
          </p:nvPr>
        </p:nvGraphicFramePr>
        <p:xfrm>
          <a:off x="1171388" y="728630"/>
          <a:ext cx="5650753" cy="3139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894">
                  <a:extLst>
                    <a:ext uri="{9D8B030D-6E8A-4147-A177-3AD203B41FA5}">
                      <a16:colId xmlns:a16="http://schemas.microsoft.com/office/drawing/2014/main" val="242122397"/>
                    </a:ext>
                  </a:extLst>
                </a:gridCol>
                <a:gridCol w="1999130">
                  <a:extLst>
                    <a:ext uri="{9D8B030D-6E8A-4147-A177-3AD203B41FA5}">
                      <a16:colId xmlns:a16="http://schemas.microsoft.com/office/drawing/2014/main" val="3431947251"/>
                    </a:ext>
                  </a:extLst>
                </a:gridCol>
                <a:gridCol w="1470212">
                  <a:extLst>
                    <a:ext uri="{9D8B030D-6E8A-4147-A177-3AD203B41FA5}">
                      <a16:colId xmlns:a16="http://schemas.microsoft.com/office/drawing/2014/main" val="2536069135"/>
                    </a:ext>
                  </a:extLst>
                </a:gridCol>
                <a:gridCol w="1900517">
                  <a:extLst>
                    <a:ext uri="{9D8B030D-6E8A-4147-A177-3AD203B41FA5}">
                      <a16:colId xmlns:a16="http://schemas.microsoft.com/office/drawing/2014/main" val="303273881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期日前投票所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開設期間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開設時間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9823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市役所前本庁舎１階ロビー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日（月）～</a:t>
                      </a:r>
                    </a:p>
                    <a:p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28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日（土）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午前</a:t>
                      </a:r>
                      <a:r>
                        <a:rPr kumimoji="1" lang="en-US" altLang="zh-TW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時</a:t>
                      </a:r>
                      <a:r>
                        <a:rPr kumimoji="1" lang="en-US" altLang="zh-TW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30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分～</a:t>
                      </a:r>
                    </a:p>
                    <a:p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午後</a:t>
                      </a:r>
                      <a:r>
                        <a:rPr kumimoji="1" lang="en-US" altLang="zh-TW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時</a:t>
                      </a:r>
                      <a:r>
                        <a:rPr kumimoji="1" lang="en-US" altLang="zh-TW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00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</a:t>
                      </a:r>
                      <a:endParaRPr kumimoji="1" lang="ja-JP" alt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0783754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イオン三田ウッディタウン店</a:t>
                      </a:r>
                      <a:endParaRPr kumimoji="1" lang="en-US" altLang="ja-JP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番街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階特設会場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日（月）～</a:t>
                      </a:r>
                    </a:p>
                    <a:p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28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日（土）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午前</a:t>
                      </a:r>
                      <a:r>
                        <a:rPr kumimoji="1" lang="en-US" altLang="zh-TW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時</a:t>
                      </a:r>
                      <a:r>
                        <a:rPr kumimoji="1" lang="en-US" altLang="zh-TW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00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分～</a:t>
                      </a:r>
                    </a:p>
                    <a:p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午後</a:t>
                      </a:r>
                      <a:r>
                        <a:rPr kumimoji="1" lang="en-US" altLang="zh-TW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時</a:t>
                      </a:r>
                      <a:r>
                        <a:rPr kumimoji="1" lang="en-US" altLang="zh-TW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00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</a:t>
                      </a:r>
                      <a:endParaRPr kumimoji="1" lang="ja-JP" alt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691447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市民センタ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10217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日（月）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午前</a:t>
                      </a:r>
                      <a:r>
                        <a:rPr kumimoji="1" lang="en-US" altLang="zh-TW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時</a:t>
                      </a:r>
                      <a:r>
                        <a:rPr kumimoji="1" lang="en-US" altLang="zh-TW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00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分～</a:t>
                      </a:r>
                    </a:p>
                    <a:p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午後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時</a:t>
                      </a:r>
                      <a:r>
                        <a:rPr kumimoji="1" lang="en-US" altLang="zh-TW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00</a:t>
                      </a:r>
                      <a:r>
                        <a:rPr kumimoji="1" lang="zh-TW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</a:t>
                      </a:r>
                      <a:endParaRPr kumimoji="1" lang="en-US" altLang="zh-TW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endParaRPr kumimoji="1" lang="en-US" altLang="ja-JP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（いずれも同じ）</a:t>
                      </a:r>
                    </a:p>
                    <a:p>
                      <a:endParaRPr kumimoji="1" lang="ja-JP" alt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6223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有馬富士共生センタ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24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日（火）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699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ふれあいと創造の里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25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日（水）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1620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高平ふるさと交流センタ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26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日（木）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587120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8EA3E57-0E93-1754-6308-660E6330D014}"/>
              </a:ext>
            </a:extLst>
          </p:cNvPr>
          <p:cNvSpPr txBox="1"/>
          <p:nvPr/>
        </p:nvSpPr>
        <p:spPr>
          <a:xfrm>
            <a:off x="1102658" y="3975846"/>
            <a:ext cx="62932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r>
            <a:r>
              <a:rPr kumimoji="1" lang="ja-JP" altLang="en-US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日までに</a:t>
            </a:r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18</a:t>
            </a:r>
            <a:r>
              <a:rPr kumimoji="1" lang="ja-JP" altLang="en-US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歳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になる</a:t>
            </a:r>
            <a:r>
              <a:rPr kumimoji="1" lang="ja-JP" altLang="en-US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三田市在住</a:t>
            </a:r>
            <a:r>
              <a:rPr kumimoji="1"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の人は、今回選挙の有権者として投票することができます。</a:t>
            </a:r>
            <a:endParaRPr kumimoji="1" lang="en-US" altLang="ja-JP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r>
            <a:r>
              <a:rPr kumimoji="1" lang="ja-JP" altLang="en-US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29</a:t>
            </a:r>
            <a:r>
              <a:rPr kumimoji="1" lang="ja-JP" altLang="en-US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日に用事がある人は、期日前投票をご利用ください。</a:t>
            </a:r>
            <a:endParaRPr kumimoji="1" lang="en-US" altLang="ja-JP" sz="11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私たちが意思を伝える大切な選挙です。</a:t>
            </a:r>
            <a:endParaRPr kumimoji="1" lang="ja-JP" altLang="en-US" sz="11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2839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193</Words>
  <Application>Microsoft Office PowerPoint</Application>
  <PresentationFormat>ワイド画面</PresentationFormat>
  <Paragraphs>31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蒼天 雲外</dc:creator>
  <cp:lastModifiedBy>蒼天 雲外</cp:lastModifiedBy>
  <cp:revision>1</cp:revision>
  <dcterms:created xsi:type="dcterms:W3CDTF">2024-09-10T12:38:57Z</dcterms:created>
  <dcterms:modified xsi:type="dcterms:W3CDTF">2024-09-10T12:58:13Z</dcterms:modified>
</cp:coreProperties>
</file>